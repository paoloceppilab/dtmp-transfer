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635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23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546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900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275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82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381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28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440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17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636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97D70-4DD4-4000-9AFC-3BAFB8EDCA5A}" type="datetimeFigureOut">
              <a:rPr lang="da-DK" smtClean="0"/>
              <a:t>21-09-2022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6A21E-DD0D-49BF-88D5-1AF8F91E1C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680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854586-D5D4-1FD7-3D2A-55F0B4889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844032"/>
              </p:ext>
            </p:extLst>
          </p:nvPr>
        </p:nvGraphicFramePr>
        <p:xfrm>
          <a:off x="425041" y="776215"/>
          <a:ext cx="5875091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241">
                  <a:extLst>
                    <a:ext uri="{9D8B030D-6E8A-4147-A177-3AD203B41FA5}">
                      <a16:colId xmlns:a16="http://schemas.microsoft.com/office/drawing/2014/main" val="2691489195"/>
                    </a:ext>
                  </a:extLst>
                </a:gridCol>
                <a:gridCol w="2316836">
                  <a:extLst>
                    <a:ext uri="{9D8B030D-6E8A-4147-A177-3AD203B41FA5}">
                      <a16:colId xmlns:a16="http://schemas.microsoft.com/office/drawing/2014/main" val="1096298484"/>
                    </a:ext>
                  </a:extLst>
                </a:gridCol>
                <a:gridCol w="785291">
                  <a:extLst>
                    <a:ext uri="{9D8B030D-6E8A-4147-A177-3AD203B41FA5}">
                      <a16:colId xmlns:a16="http://schemas.microsoft.com/office/drawing/2014/main" val="1543648100"/>
                    </a:ext>
                  </a:extLst>
                </a:gridCol>
                <a:gridCol w="702250">
                  <a:extLst>
                    <a:ext uri="{9D8B030D-6E8A-4147-A177-3AD203B41FA5}">
                      <a16:colId xmlns:a16="http://schemas.microsoft.com/office/drawing/2014/main" val="864066353"/>
                    </a:ext>
                  </a:extLst>
                </a:gridCol>
                <a:gridCol w="616075">
                  <a:extLst>
                    <a:ext uri="{9D8B030D-6E8A-4147-A177-3AD203B41FA5}">
                      <a16:colId xmlns:a16="http://schemas.microsoft.com/office/drawing/2014/main" val="4134676047"/>
                    </a:ext>
                  </a:extLst>
                </a:gridCol>
                <a:gridCol w="846398">
                  <a:extLst>
                    <a:ext uri="{9D8B030D-6E8A-4147-A177-3AD203B41FA5}">
                      <a16:colId xmlns:a16="http://schemas.microsoft.com/office/drawing/2014/main" val="2130801077"/>
                    </a:ext>
                  </a:extLst>
                </a:gridCol>
              </a:tblGrid>
              <a:tr h="221065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 No.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Samples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Passed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Failed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Warnings</a:t>
                      </a:r>
                      <a:endParaRPr lang="da-DK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600765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Adapter Content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957540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Statistics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20115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Overrepresented sequences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073293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base N content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941309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base sequence content</a:t>
                      </a:r>
                      <a:endParaRPr lang="da-DK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13984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base sequence quality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702249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sequence quality scores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515982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sequence GC content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238569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tile sequence quality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046737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Sequence Duplication Levels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05863"/>
                  </a:ext>
                </a:extLst>
              </a:tr>
              <a:tr h="2210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Sequence Length Distribution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82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0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F1AD8-0A70-049C-104C-D07D167A3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477202"/>
            <a:ext cx="2747288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FCCE46-0D9A-FDF8-7531-92153418F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0" y="477202"/>
            <a:ext cx="2747288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B37169-232D-2BBA-B422-9D903F58C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3802062"/>
            <a:ext cx="2747288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11411E-8855-DD4D-68B8-4892B7223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0" y="3802062"/>
            <a:ext cx="274728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0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95956-99E8-F66D-CA96-48069358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474662"/>
            <a:ext cx="274728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3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CED785-C4E2-355A-5458-DD80D183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792162"/>
            <a:ext cx="2747288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51B994-C714-89F4-04D1-DFCB978F6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907" y="809579"/>
            <a:ext cx="2747288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3F17C8-78B4-843B-200F-B3577F9890FC}"/>
              </a:ext>
            </a:extLst>
          </p:cNvPr>
          <p:cNvSpPr txBox="1"/>
          <p:nvPr/>
        </p:nvSpPr>
        <p:spPr>
          <a:xfrm>
            <a:off x="1328390" y="80958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TS vs NTC</a:t>
            </a:r>
            <a:endParaRPr lang="da-DK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C78D8-4282-7697-97E3-D28D0B485D92}"/>
              </a:ext>
            </a:extLst>
          </p:cNvPr>
          <p:cNvSpPr txBox="1"/>
          <p:nvPr/>
        </p:nvSpPr>
        <p:spPr>
          <a:xfrm>
            <a:off x="4028925" y="826997"/>
            <a:ext cx="1566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TS_CC vs NTC_CC</a:t>
            </a:r>
            <a:endParaRPr lang="da-DK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D97C45-6AE3-95C6-D7C0-9599D2FB7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3821293"/>
            <a:ext cx="2747288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57CDB9-FBE1-3701-A8C7-F077F12D3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907" y="3821293"/>
            <a:ext cx="2747288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B8D9F-F1C9-60F6-C5CD-D4976820BF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865" y="792162"/>
            <a:ext cx="2747288" cy="2743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23E521-12BC-582C-EDA2-F3A6C7F909A4}"/>
              </a:ext>
            </a:extLst>
          </p:cNvPr>
          <p:cNvSpPr txBox="1"/>
          <p:nvPr/>
        </p:nvSpPr>
        <p:spPr>
          <a:xfrm>
            <a:off x="6947899" y="809579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TS_CC vs TS</a:t>
            </a:r>
            <a:endParaRPr lang="da-DK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6597B7-79B8-5B23-79B0-E04D25DAE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5084" y="3821293"/>
            <a:ext cx="274728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D19DC-7541-3E1B-82EA-18AE5C5C0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648" b="29759"/>
          <a:stretch/>
        </p:blipFill>
        <p:spPr>
          <a:xfrm>
            <a:off x="537889" y="1375954"/>
            <a:ext cx="6448425" cy="1558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E262FD-1558-5FB1-CDA7-0D0CAB2EE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13" y="3751625"/>
            <a:ext cx="2747288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AD5F0C-AEB5-BAAB-DACB-209FE003B972}"/>
              </a:ext>
            </a:extLst>
          </p:cNvPr>
          <p:cNvSpPr/>
          <p:nvPr/>
        </p:nvSpPr>
        <p:spPr>
          <a:xfrm>
            <a:off x="804789" y="4058194"/>
            <a:ext cx="91440" cy="12366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F4A0A-C2C6-94FB-472B-4019DE4F9E4A}"/>
              </a:ext>
            </a:extLst>
          </p:cNvPr>
          <p:cNvSpPr txBox="1"/>
          <p:nvPr/>
        </p:nvSpPr>
        <p:spPr>
          <a:xfrm rot="16200000">
            <a:off x="368041" y="4545697"/>
            <a:ext cx="5629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gNTC</a:t>
            </a:r>
            <a:endParaRPr lang="da-DK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66756-75D7-2AC8-A71E-E8F12327ABB4}"/>
              </a:ext>
            </a:extLst>
          </p:cNvPr>
          <p:cNvSpPr/>
          <p:nvPr/>
        </p:nvSpPr>
        <p:spPr>
          <a:xfrm>
            <a:off x="813498" y="5300444"/>
            <a:ext cx="91440" cy="12366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01950-D98C-4C3E-6DD9-2582ADD8772C}"/>
              </a:ext>
            </a:extLst>
          </p:cNvPr>
          <p:cNvSpPr txBox="1"/>
          <p:nvPr/>
        </p:nvSpPr>
        <p:spPr>
          <a:xfrm rot="16200000">
            <a:off x="432053" y="5787947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gTS</a:t>
            </a:r>
            <a:endParaRPr lang="da-DK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5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96</Words>
  <Application>Microsoft Office PowerPoint</Application>
  <PresentationFormat>On-screen Show (4:3)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Vignesh Ramesh</dc:creator>
  <cp:lastModifiedBy>Vignesh Ramesh</cp:lastModifiedBy>
  <cp:revision>12</cp:revision>
  <dcterms:created xsi:type="dcterms:W3CDTF">2022-09-21T09:04:51Z</dcterms:created>
  <dcterms:modified xsi:type="dcterms:W3CDTF">2022-09-21T12:05:03Z</dcterms:modified>
</cp:coreProperties>
</file>